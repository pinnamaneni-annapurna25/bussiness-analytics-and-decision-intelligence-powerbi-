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Visuals</c:v>
                </c:pt>
              </c:strCache>
            </c:strRef>
          </c:tx>
          <c:spPr>
            <a:solidFill>
              <a:srgbClr val="FF8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Cards</c:v>
                  </c:pt>
                  <c:pt idx="1">
                    <c:v>Bar (clustered)</c:v>
                  </c:pt>
                  <c:pt idx="2">
                    <c:v>Slicers</c:v>
                  </c:pt>
                  <c:pt idx="3">
                    <c:v>Line</c:v>
                  </c:pt>
                  <c:pt idx="4">
                    <c:v>Text boxes</c:v>
                  </c:pt>
                  <c:pt idx="5">
                    <c:v>Column</c:v>
                  </c:pt>
                  <c:pt idx="6">
                    <c:v>Scatter</c:v>
                  </c:pt>
                  <c:pt idx="7">
                    <c:v>Donut/Pie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</c:v>
                </c:pt>
                <c:pt idx="1">
                  <c:v>14</c:v>
                </c:pt>
                <c:pt idx="2">
                  <c:v>13</c:v>
                </c:pt>
                <c:pt idx="3">
                  <c:v>7</c:v>
                </c:pt>
                <c:pt idx="4">
                  <c:v>7</c:v>
                </c:pt>
                <c:pt idx="5">
                  <c:v>6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7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D9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explained, using your Sales Analytics report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file: PBI_bussiness_intelligence.pbix  |  7 report pages, 6 tables in the model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Power BI?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business analytics tool: raw data in, decisions 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Windows app where you connect data, clean it, build the model, write DAX and design report pages. Your .pbix file is made here.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847088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site for publishing reports, building dashboards, setting scheduled refresh, sharing with colleagues and controlling access.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Mobile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47088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for phone and tablet so managers can view reports and get alerts on the go.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workflow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with its own tool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30552" y="1463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0552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03904" y="1463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77256" y="1463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7256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77256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50608" y="1463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50608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834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at each stage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7955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Data: Excel, CSV, SQL, web and 100+ connectors.   Transform: Power Query cleans, merges and appends.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tables linked by relationships in a star schema.   Visualize: cards, charts, maps, slicers.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publish to the Service, refresh on schedule, secure with roles.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building blocks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know before opening any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shape data: remove errors, change types, append tables.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8470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plus relationships. Filters flow from dimension to fact.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470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language for measures such as totals, ratios and growth.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472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maps, tables and cards that answer one question each.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2971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1568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34472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cut the data by year, state, product and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971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472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uses the built-in Innovate theme for consistent colors.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model: star schema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in the center, dimensions around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383280" y="22860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8A1F"/>
          </a:solidFill>
          <a:ln w="12700">
            <a:solidFill>
              <a:srgbClr val="FF8A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A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Price, Order 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566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Dim_Salesperson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Dim_Budget_Revenue, Monthly_Allocation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Sales_2021, Sales_2022 and Sales_2023 feed the fact table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in your report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recalculate for whatever filter the user picks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4632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the file (DAX query)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45720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= SUMX(Fact_Sales, Quantity * Price)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= DISTINCTCOUNT(Order ID)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 = SUM(Quantity)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= DIVIDE(Total Sales, Total Orders)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 = DIVIDE(Total Sales, Total Quantity Sold)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in visuals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847088"/>
            <a:ext cx="29260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Profit, Gross Margin 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Budget Variance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Achievement 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Contribution 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Contribution %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overview: 7 pages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HD canvas (1920 x 1080), consistent title and slicers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Dashboard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 cards, funnel, pie, trend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2032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8470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to yearly trends, YoY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64024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18470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price, cost by product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1696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56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8470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and achievement 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472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contribution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42032" y="29718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9192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679192" y="34472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state comparison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26864" y="29718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64024" y="344728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orders, AOV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one-page summary for leadership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Total Sales, Orders, Quantity, Average Order Value, Gross Profit, Gross Margin %, YoY Growth %, Budget Achievement %.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bars by product, customer, salesperson and state; monthly line; pie; funnel.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Year and State.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give the answer in one glance. Slicers change every visual at once, so a manager can move from all states to one state in a click.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and Product Performance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product views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 charts, area and column charts, donut and a card.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Order Date, Month, Quarter, Year-Month.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Total Sales, YoY Sales Growth.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is growth steady, and which month or quarter peaks?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bars, line, donut and scatter.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Total Sales, Total Cost, Gross Profit, Gross Margin %, Average Selling Price.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which products sell most and which earn the best margin?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and Customer Insights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and who drives the revenue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Matrix, column and bar charts, line trend, 4 slicers (Year, Month, State, Location).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Actual Sales, Budget, Budget Variance, Budget Achievement %.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where are we above or below plan?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bars, column and funnel.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Total Customers, Average Order Value, Gross Margin %, Customer Contribution %.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which customers matter most and how concentrated is revenue?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and Salesperson views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scatter charts, column charts and Year slicer.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State, Location Name, Population, Households.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which states and locations lead, and how does sales relate to population?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cards, scatter, bars, line and columns.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Total Salespeople, Sales Contribution %, Average Order Value, YoY Growth %.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who performs best and who is growing?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used in your report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the most-used visual types across all 7 pages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and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visual.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at the top, detail below.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slicers in the same place on every page.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star schema and DAX measures, not repeated calculated columns.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7A1518"/>
          </a:solidFill>
          <a:ln w="12700">
            <a:solidFill>
              <a:srgbClr val="7A15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4708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turns raw sales data into interactive answers.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report: 6-table model, 7 pages, 90+ visuals.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publish to the Service, schedule refresh, add row-level security.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2026-09-28T10:00:05Z</dcterms:created>
  <dcterms:modified xsi:type="dcterms:W3CDTF">2026-09-28T10:00:05Z</dcterms:modified>
</cp:coreProperties>
</file>